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1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548640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3" name="Image 0" descr="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795528"/>
            <a:ext cx="822960" cy="5120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42316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AP</a:t>
            </a:r>
            <a:endParaRPr lang="en-US" sz="1200" dirty="0"/>
          </a:p>
        </p:txBody>
      </p:sp>
      <p:pic>
        <p:nvPicPr>
          <p:cNvPr id="5" name="Image 1" descr="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6" y="2523744"/>
            <a:ext cx="795528" cy="438912"/>
          </a:xfrm>
          <a:prstGeom prst="rect">
            <a:avLst/>
          </a:prstGeom>
        </p:spPr>
      </p:pic>
      <p:pic>
        <p:nvPicPr>
          <p:cNvPr id="6" name="Image 2" descr="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2523744"/>
            <a:ext cx="795528" cy="43891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7280" y="2240280"/>
            <a:ext cx="548640" cy="5029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024128" y="2167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 flipV="1">
            <a:off x="1051560" y="2743200"/>
            <a:ext cx="59436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78408" y="3310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 flipV="1">
            <a:off x="4663440" y="2240280"/>
            <a:ext cx="594360" cy="5029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184648" y="2167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663440" y="2743200"/>
            <a:ext cx="64008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230368" y="3310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645920" y="2743200"/>
            <a:ext cx="68580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 flipV="1">
            <a:off x="3977640" y="2743200"/>
            <a:ext cx="68580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176272" y="318211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057400" y="34930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822192" y="318211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703320" y="34930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828800" y="2926080"/>
            <a:ext cx="2651760" cy="1143000"/>
          </a:xfrm>
          <a:prstGeom prst="ellipse">
            <a:avLst/>
          </a:prstGeom>
          <a:ln w="25400">
            <a:solidFill>
              <a:srgbClr val="7B2CBF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196596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C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 group (logical)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 flipV="1">
            <a:off x="1737360" y="1307592"/>
            <a:ext cx="1325880" cy="1179576"/>
          </a:xfrm>
          <a:prstGeom prst="line">
            <a:avLst/>
          </a:prstGeom>
          <a:noFill/>
          <a:ln w="19050">
            <a:solidFill>
              <a:srgbClr val="1E4B9E"/>
            </a:solidFill>
            <a:prstDash val="solid"/>
            <a:headEnd type="triangle"/>
          </a:ln>
        </p:spPr>
      </p:sp>
      <p:sp>
        <p:nvSpPr>
          <p:cNvPr id="24" name="Shape 19"/>
          <p:cNvSpPr/>
          <p:nvPr/>
        </p:nvSpPr>
        <p:spPr>
          <a:xfrm>
            <a:off x="3246120" y="1307592"/>
            <a:ext cx="1325880" cy="1179576"/>
          </a:xfrm>
          <a:prstGeom prst="line">
            <a:avLst/>
          </a:prstGeom>
          <a:noFill/>
          <a:ln w="19050">
            <a:solidFill>
              <a:srgbClr val="1E4B9E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242316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4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slot / power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91072" y="411480"/>
            <a:ext cx="548640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7" name="Image 3" descr="ma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795528"/>
            <a:ext cx="822960" cy="51206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02752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AP</a:t>
            </a:r>
            <a:endParaRPr lang="en-US" sz="1200" dirty="0"/>
          </a:p>
        </p:txBody>
      </p:sp>
      <p:pic>
        <p:nvPicPr>
          <p:cNvPr id="29" name="Image 4" descr="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748" y="2523744"/>
            <a:ext cx="795528" cy="438912"/>
          </a:xfrm>
          <a:prstGeom prst="rect">
            <a:avLst/>
          </a:prstGeom>
        </p:spPr>
      </p:pic>
      <p:pic>
        <p:nvPicPr>
          <p:cNvPr id="30" name="Image 5" descr="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5268" y="2523744"/>
            <a:ext cx="795528" cy="43891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76872" y="2240280"/>
            <a:ext cx="548640" cy="5029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903720" y="2167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 flipV="1">
            <a:off x="6931152" y="2743200"/>
            <a:ext cx="59436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858000" y="3310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 flipV="1">
            <a:off x="10543032" y="2240280"/>
            <a:ext cx="594360" cy="5029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1064240" y="2167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0543032" y="2743200"/>
            <a:ext cx="64008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1109960" y="33101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525512" y="2743200"/>
            <a:ext cx="685800" cy="594360"/>
          </a:xfrm>
          <a:prstGeom prst="line">
            <a:avLst/>
          </a:prstGeom>
          <a:noFill/>
          <a:ln w="12700">
            <a:solidFill>
              <a:srgbClr val="C8C8C8"/>
            </a:solidFill>
            <a:prstDash val="sysDot"/>
          </a:ln>
        </p:spPr>
      </p:sp>
      <p:sp>
        <p:nvSpPr>
          <p:cNvPr id="40" name="Shape 32"/>
          <p:cNvSpPr/>
          <p:nvPr/>
        </p:nvSpPr>
        <p:spPr>
          <a:xfrm>
            <a:off x="8055864" y="3182112"/>
            <a:ext cx="310896" cy="310896"/>
          </a:xfrm>
          <a:prstGeom prst="star5">
            <a:avLst/>
          </a:prstGeom>
          <a:solidFill>
            <a:srgbClr val="FFFFFF"/>
          </a:solidFill>
          <a:ln w="15875">
            <a:solidFill>
              <a:srgbClr val="E0202A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7936992" y="34930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 flipV="1">
            <a:off x="10131552" y="2743200"/>
            <a:ext cx="411480" cy="11887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 flipV="1">
            <a:off x="9857232" y="2743200"/>
            <a:ext cx="68580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9976104" y="377647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9857232" y="40873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9701784" y="318211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9582912" y="34930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8394192" y="3383280"/>
            <a:ext cx="1554480" cy="502920"/>
          </a:xfrm>
          <a:prstGeom prst="line">
            <a:avLst/>
          </a:prstGeom>
          <a:noFill/>
          <a:ln w="25400">
            <a:solidFill>
              <a:srgbClr val="E0202A"/>
            </a:solidFill>
            <a:prstDash val="dash"/>
            <a:tailEnd type="triangle"/>
          </a:ln>
        </p:spPr>
      </p:sp>
      <p:sp>
        <p:nvSpPr>
          <p:cNvPr id="49" name="Text 41"/>
          <p:cNvSpPr txBox="1"/>
          <p:nvPr/>
        </p:nvSpPr>
        <p:spPr>
          <a:xfrm>
            <a:off x="8348472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20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re-association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9445752" y="2240280"/>
            <a:ext cx="2240280" cy="2148840"/>
          </a:xfrm>
          <a:prstGeom prst="ellipse">
            <a:avLst/>
          </a:prstGeom>
          <a:ln w="25400">
            <a:solidFill>
              <a:srgbClr val="7B2CBF"/>
            </a:solidFill>
            <a:prstDash val="dash"/>
          </a:ln>
        </p:spPr>
      </p:sp>
      <p:sp>
        <p:nvSpPr>
          <p:cNvPr id="51" name="Text 43"/>
          <p:cNvSpPr txBox="1"/>
          <p:nvPr/>
        </p:nvSpPr>
        <p:spPr>
          <a:xfrm>
            <a:off x="9582912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C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LS-serving AP</a:t>
            </a:r>
            <a:endParaRPr lang="en-US" sz="1200" dirty="0"/>
          </a:p>
        </p:txBody>
      </p:sp>
      <p:sp>
        <p:nvSpPr>
          <p:cNvPr id="52" name="Shape 44"/>
          <p:cNvSpPr/>
          <p:nvPr/>
        </p:nvSpPr>
        <p:spPr>
          <a:xfrm>
            <a:off x="9125712" y="1307592"/>
            <a:ext cx="1325880" cy="1179576"/>
          </a:xfrm>
          <a:prstGeom prst="line">
            <a:avLst/>
          </a:prstGeom>
          <a:noFill/>
          <a:ln w="19050">
            <a:solidFill>
              <a:srgbClr val="1E4B9E"/>
            </a:solidFill>
            <a:prstDash val="solid"/>
            <a:tailEnd type="triangle"/>
          </a:ln>
        </p:spPr>
      </p:sp>
      <p:sp>
        <p:nvSpPr>
          <p:cNvPr id="53" name="Text 45"/>
          <p:cNvSpPr txBox="1"/>
          <p:nvPr/>
        </p:nvSpPr>
        <p:spPr>
          <a:xfrm>
            <a:off x="9720072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4B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</a:t>
            </a:r>
            <a:endParaRPr lang="en-US" sz="1100" dirty="0"/>
          </a:p>
        </p:txBody>
      </p:sp>
      <p:sp>
        <p:nvSpPr>
          <p:cNvPr id="54" name="Text 46"/>
          <p:cNvSpPr txBox="1"/>
          <p:nvPr/>
        </p:nvSpPr>
        <p:spPr>
          <a:xfrm>
            <a:off x="41148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Logical grouping (association unchanged)</a:t>
            </a:r>
            <a:endParaRPr lang="en-US" sz="1400" dirty="0"/>
          </a:p>
        </p:txBody>
      </p:sp>
      <p:sp>
        <p:nvSpPr>
          <p:cNvPr id="55" name="Text 47"/>
          <p:cNvSpPr txBox="1"/>
          <p:nvPr/>
        </p:nvSpPr>
        <p:spPr>
          <a:xfrm>
            <a:off x="6291072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Re-association to one AP</a:t>
            </a:r>
            <a:endParaRPr lang="en-US" sz="1400" dirty="0"/>
          </a:p>
        </p:txBody>
      </p:sp>
      <p:sp>
        <p:nvSpPr>
          <p:cNvPr id="56" name="Shape 48"/>
          <p:cNvSpPr/>
          <p:nvPr/>
        </p:nvSpPr>
        <p:spPr>
          <a:xfrm>
            <a:off x="3218688" y="6053328"/>
            <a:ext cx="146304" cy="146304"/>
          </a:xfrm>
          <a:prstGeom prst="ellipse">
            <a:avLst/>
          </a:prstGeom>
          <a:solidFill>
            <a:srgbClr val="B0B0B0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3383280" y="5989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4507992" y="5971032"/>
            <a:ext cx="310896" cy="310896"/>
          </a:xfrm>
          <a:prstGeom prst="star5">
            <a:avLst/>
          </a:prstGeom>
          <a:solidFill>
            <a:srgbClr val="E0202A"/>
          </a:solidFill>
          <a:ln w="6350">
            <a:solidFill>
              <a:srgbClr val="7A0000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4937760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latency-sensitive STA</a:t>
            </a:r>
            <a:endParaRPr lang="en-US" sz="1100" dirty="0"/>
          </a:p>
        </p:txBody>
      </p:sp>
      <p:sp>
        <p:nvSpPr>
          <p:cNvPr id="60" name="Shape 52"/>
          <p:cNvSpPr/>
          <p:nvPr/>
        </p:nvSpPr>
        <p:spPr>
          <a:xfrm>
            <a:off x="7406640" y="6126480"/>
            <a:ext cx="548640" cy="914"/>
          </a:xfrm>
          <a:prstGeom prst="line">
            <a:avLst/>
          </a:prstGeom>
          <a:noFill/>
          <a:ln w="25400">
            <a:solidFill>
              <a:srgbClr val="7B2CBF"/>
            </a:solidFill>
            <a:prstDash val="dash"/>
          </a:ln>
        </p:spPr>
      </p:sp>
      <p:sp>
        <p:nvSpPr>
          <p:cNvPr id="61" name="Text 53"/>
          <p:cNvSpPr txBox="1"/>
          <p:nvPr/>
        </p:nvSpPr>
        <p:spPr>
          <a:xfrm>
            <a:off x="8001000" y="5989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 group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2026-09-30T03:29:25Z</dcterms:created>
  <dcterms:modified xsi:type="dcterms:W3CDTF">2026-09-30T03:29:25Z</dcterms:modified>
</cp:coreProperties>
</file>