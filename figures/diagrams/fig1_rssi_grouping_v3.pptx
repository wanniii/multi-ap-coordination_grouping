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9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5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52" y="7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38D4B-EE1E-4754-9A14-41B1ED39A55D}" type="datetimeFigureOut">
              <a:rPr lang="ko-KR" altLang="en-US" smtClean="0"/>
              <a:t>2026-09-15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6BAA9D-3A13-4D14-A7FB-ED104219E6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343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2FFD9-1802-3E67-4AFB-115EEDFE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A29A95-4605-F4BE-B596-E527635EE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05F81-D4D1-A649-1A54-F022B7BD08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10897-7922-0B8A-E3F6-E37E519C71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867946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2934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641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ECFB9-3B3F-0127-6678-AE78F93D2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직사각형 1985">
            <a:extLst>
              <a:ext uri="{FF2B5EF4-FFF2-40B4-BE49-F238E27FC236}">
                <a16:creationId xmlns:a16="http://schemas.microsoft.com/office/drawing/2014/main" id="{22A96D1A-EF10-C644-2D3B-E02E8B0CAD5B}"/>
              </a:ext>
            </a:extLst>
          </p:cNvPr>
          <p:cNvSpPr/>
          <p:nvPr/>
        </p:nvSpPr>
        <p:spPr>
          <a:xfrm>
            <a:off x="6669746" y="322773"/>
            <a:ext cx="4392783" cy="4512574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03" name="직사각형 1402">
            <a:extLst>
              <a:ext uri="{FF2B5EF4-FFF2-40B4-BE49-F238E27FC236}">
                <a16:creationId xmlns:a16="http://schemas.microsoft.com/office/drawing/2014/main" id="{82FCEDE2-ED0D-72BD-0565-DA87E04A55F1}"/>
              </a:ext>
            </a:extLst>
          </p:cNvPr>
          <p:cNvSpPr/>
          <p:nvPr/>
        </p:nvSpPr>
        <p:spPr>
          <a:xfrm>
            <a:off x="925044" y="310951"/>
            <a:ext cx="4392783" cy="4524396"/>
          </a:xfrm>
          <a:prstGeom prst="rect">
            <a:avLst/>
          </a:prstGeom>
          <a:pattFill prst="ltDn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48" name="타원 1347">
            <a:extLst>
              <a:ext uri="{FF2B5EF4-FFF2-40B4-BE49-F238E27FC236}">
                <a16:creationId xmlns:a16="http://schemas.microsoft.com/office/drawing/2014/main" id="{02458778-25B4-A8F9-49E5-5A4B66D39F9C}"/>
              </a:ext>
            </a:extLst>
          </p:cNvPr>
          <p:cNvSpPr/>
          <p:nvPr/>
        </p:nvSpPr>
        <p:spPr>
          <a:xfrm>
            <a:off x="9098280" y="457200"/>
            <a:ext cx="1858975" cy="1843546"/>
          </a:xfrm>
          <a:prstGeom prst="ellipse">
            <a:avLst/>
          </a:prstGeom>
          <a:gradFill>
            <a:gsLst>
              <a:gs pos="100000">
                <a:srgbClr val="FCD9D8">
                  <a:alpha val="90000"/>
                </a:srgbClr>
              </a:gs>
              <a:gs pos="0">
                <a:schemeClr val="bg1"/>
              </a:gs>
            </a:gsLst>
            <a:lin ang="5400000" scaled="1"/>
          </a:gradFill>
          <a:ln w="9525">
            <a:solidFill>
              <a:schemeClr val="bg2">
                <a:lumMod val="1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D81BDC01-CEC5-FE12-3ED2-E7AA5EFA631F}"/>
              </a:ext>
            </a:extLst>
          </p:cNvPr>
          <p:cNvSpPr/>
          <p:nvPr/>
        </p:nvSpPr>
        <p:spPr>
          <a:xfrm>
            <a:off x="6784848" y="457200"/>
            <a:ext cx="1865326" cy="1860022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37000"/>
                </a:schemeClr>
              </a:gs>
              <a:gs pos="100000">
                <a:schemeClr val="accent6">
                  <a:lumMod val="55000"/>
                  <a:lumOff val="45000"/>
                </a:schemeClr>
              </a:gs>
            </a:gsLst>
            <a:lin ang="5400000" scaled="1"/>
          </a:gradFill>
          <a:ln w="9525">
            <a:solidFill>
              <a:schemeClr val="bg2">
                <a:lumMod val="1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CBD04B9F-86DD-D644-BB83-AF19611FDADB}"/>
              </a:ext>
            </a:extLst>
          </p:cNvPr>
          <p:cNvSpPr/>
          <p:nvPr/>
        </p:nvSpPr>
        <p:spPr>
          <a:xfrm>
            <a:off x="6949440" y="2880360"/>
            <a:ext cx="1881886" cy="1896381"/>
          </a:xfrm>
          <a:prstGeom prst="ellipse">
            <a:avLst/>
          </a:prstGeom>
          <a:gradFill>
            <a:gsLst>
              <a:gs pos="100000">
                <a:schemeClr val="accent4">
                  <a:alpha val="38000"/>
                </a:schemeClr>
              </a:gs>
              <a:gs pos="0">
                <a:schemeClr val="bg1"/>
              </a:gs>
            </a:gsLst>
            <a:lin ang="5400000" scaled="1"/>
          </a:gradFill>
          <a:ln w="9525">
            <a:solidFill>
              <a:schemeClr val="bg2">
                <a:lumMod val="10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20" name="그림 919" descr="안테나 컴퓨터 아이콘 라디오 방송, 라디오, 전자 제품, 텍스트, 안테나 png | PNGWing">
            <a:extLst>
              <a:ext uri="{FF2B5EF4-FFF2-40B4-BE49-F238E27FC236}">
                <a16:creationId xmlns:a16="http://schemas.microsoft.com/office/drawing/2014/main" id="{77A867C7-0541-534A-DDD4-0D2E6D6063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57339" y="2539269"/>
            <a:ext cx="791460" cy="440465"/>
          </a:xfrm>
          <a:prstGeom prst="rect">
            <a:avLst/>
          </a:prstGeom>
        </p:spPr>
      </p:pic>
      <p:pic>
        <p:nvPicPr>
          <p:cNvPr id="921" name="그림 920" descr="안테나 컴퓨터 아이콘 라디오 방송, 라디오, 전자 제품, 텍스트, 안테나 png | PNGWing">
            <a:extLst>
              <a:ext uri="{FF2B5EF4-FFF2-40B4-BE49-F238E27FC236}">
                <a16:creationId xmlns:a16="http://schemas.microsoft.com/office/drawing/2014/main" id="{A2B4F611-9324-F3BE-F8AB-7B9D82E9DA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339459" y="542910"/>
            <a:ext cx="791460" cy="440465"/>
          </a:xfrm>
          <a:prstGeom prst="rect">
            <a:avLst/>
          </a:prstGeom>
        </p:spPr>
      </p:pic>
      <p:pic>
        <p:nvPicPr>
          <p:cNvPr id="922" name="그림 921" descr="안테나 컴퓨터 아이콘 라디오 방송, 라디오, 전자 제품, 텍스트, 안테나 png | PNGWing">
            <a:extLst>
              <a:ext uri="{FF2B5EF4-FFF2-40B4-BE49-F238E27FC236}">
                <a16:creationId xmlns:a16="http://schemas.microsoft.com/office/drawing/2014/main" id="{88DF7E2F-3C6F-EEE1-26B9-6FCEC9B39A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131736" y="1085909"/>
            <a:ext cx="791460" cy="440465"/>
          </a:xfrm>
          <a:prstGeom prst="rect">
            <a:avLst/>
          </a:prstGeom>
        </p:spPr>
      </p:pic>
      <p:sp>
        <p:nvSpPr>
          <p:cNvPr id="923" name="타원 922">
            <a:extLst>
              <a:ext uri="{FF2B5EF4-FFF2-40B4-BE49-F238E27FC236}">
                <a16:creationId xmlns:a16="http://schemas.microsoft.com/office/drawing/2014/main" id="{D7A5B6A7-E3B4-326B-12EB-7F5CBA5A359C}"/>
              </a:ext>
            </a:extLst>
          </p:cNvPr>
          <p:cNvSpPr/>
          <p:nvPr/>
        </p:nvSpPr>
        <p:spPr>
          <a:xfrm>
            <a:off x="2755099" y="910420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24" name="타원 923">
            <a:extLst>
              <a:ext uri="{FF2B5EF4-FFF2-40B4-BE49-F238E27FC236}">
                <a16:creationId xmlns:a16="http://schemas.microsoft.com/office/drawing/2014/main" id="{C63DF75E-3778-C24B-4DDD-A6A80C735D36}"/>
              </a:ext>
            </a:extLst>
          </p:cNvPr>
          <p:cNvSpPr/>
          <p:nvPr/>
        </p:nvSpPr>
        <p:spPr>
          <a:xfrm>
            <a:off x="2395377" y="1618730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25" name="타원 924">
            <a:extLst>
              <a:ext uri="{FF2B5EF4-FFF2-40B4-BE49-F238E27FC236}">
                <a16:creationId xmlns:a16="http://schemas.microsoft.com/office/drawing/2014/main" id="{EA20F544-5F73-5023-F6A4-4A3BBAF6623E}"/>
              </a:ext>
            </a:extLst>
          </p:cNvPr>
          <p:cNvSpPr/>
          <p:nvPr/>
        </p:nvSpPr>
        <p:spPr>
          <a:xfrm>
            <a:off x="2278319" y="1010057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27" name="타원 926">
            <a:extLst>
              <a:ext uri="{FF2B5EF4-FFF2-40B4-BE49-F238E27FC236}">
                <a16:creationId xmlns:a16="http://schemas.microsoft.com/office/drawing/2014/main" id="{9CFD19D5-8822-6C16-3772-15EF9B96E627}"/>
              </a:ext>
            </a:extLst>
          </p:cNvPr>
          <p:cNvSpPr/>
          <p:nvPr/>
        </p:nvSpPr>
        <p:spPr>
          <a:xfrm>
            <a:off x="3297499" y="1183165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28" name="그림 927" descr="안테나 컴퓨터 아이콘 라디오 방송, 라디오, 전자 제품, 텍스트, 안테나 png | PNGWing">
            <a:extLst>
              <a:ext uri="{FF2B5EF4-FFF2-40B4-BE49-F238E27FC236}">
                <a16:creationId xmlns:a16="http://schemas.microsoft.com/office/drawing/2014/main" id="{5A944BC5-527F-EB31-2B8A-2D9B08486D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07281" y="1549442"/>
            <a:ext cx="791460" cy="440465"/>
          </a:xfrm>
          <a:prstGeom prst="rect">
            <a:avLst/>
          </a:prstGeom>
        </p:spPr>
      </p:pic>
      <p:sp>
        <p:nvSpPr>
          <p:cNvPr id="930" name="타원 929">
            <a:extLst>
              <a:ext uri="{FF2B5EF4-FFF2-40B4-BE49-F238E27FC236}">
                <a16:creationId xmlns:a16="http://schemas.microsoft.com/office/drawing/2014/main" id="{4FD5C08E-1D7F-9B24-29C2-28283626083E}"/>
              </a:ext>
            </a:extLst>
          </p:cNvPr>
          <p:cNvSpPr/>
          <p:nvPr/>
        </p:nvSpPr>
        <p:spPr>
          <a:xfrm>
            <a:off x="3924095" y="2213370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32" name="타원 931">
            <a:extLst>
              <a:ext uri="{FF2B5EF4-FFF2-40B4-BE49-F238E27FC236}">
                <a16:creationId xmlns:a16="http://schemas.microsoft.com/office/drawing/2014/main" id="{032D2DCE-6114-E376-061F-692754A0094A}"/>
              </a:ext>
            </a:extLst>
          </p:cNvPr>
          <p:cNvSpPr/>
          <p:nvPr/>
        </p:nvSpPr>
        <p:spPr>
          <a:xfrm>
            <a:off x="2484663" y="2454810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35" name="그림 934" descr="안테나 컴퓨터 아이콘 라디오 방송, 라디오, 전자 제품, 텍스트, 안테나 png | PNGWing">
            <a:extLst>
              <a:ext uri="{FF2B5EF4-FFF2-40B4-BE49-F238E27FC236}">
                <a16:creationId xmlns:a16="http://schemas.microsoft.com/office/drawing/2014/main" id="{F72EE793-23D6-33FA-D7C1-F7457BBEB3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93676" y="1805958"/>
            <a:ext cx="791460" cy="440465"/>
          </a:xfrm>
          <a:prstGeom prst="rect">
            <a:avLst/>
          </a:prstGeom>
        </p:spPr>
      </p:pic>
      <p:sp>
        <p:nvSpPr>
          <p:cNvPr id="936" name="타원 935">
            <a:extLst>
              <a:ext uri="{FF2B5EF4-FFF2-40B4-BE49-F238E27FC236}">
                <a16:creationId xmlns:a16="http://schemas.microsoft.com/office/drawing/2014/main" id="{5DFA71D8-C4D9-1166-D969-FB4C53E9E22A}"/>
              </a:ext>
            </a:extLst>
          </p:cNvPr>
          <p:cNvSpPr/>
          <p:nvPr/>
        </p:nvSpPr>
        <p:spPr>
          <a:xfrm>
            <a:off x="1785209" y="1700688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37" name="타원 936">
            <a:extLst>
              <a:ext uri="{FF2B5EF4-FFF2-40B4-BE49-F238E27FC236}">
                <a16:creationId xmlns:a16="http://schemas.microsoft.com/office/drawing/2014/main" id="{4C711E5A-867B-7B04-FD46-3C3DD97CA216}"/>
              </a:ext>
            </a:extLst>
          </p:cNvPr>
          <p:cNvSpPr/>
          <p:nvPr/>
        </p:nvSpPr>
        <p:spPr>
          <a:xfrm>
            <a:off x="1718360" y="2223034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38" name="타원 937">
            <a:extLst>
              <a:ext uri="{FF2B5EF4-FFF2-40B4-BE49-F238E27FC236}">
                <a16:creationId xmlns:a16="http://schemas.microsoft.com/office/drawing/2014/main" id="{33BE5895-0EFF-0631-3825-30F6A9873645}"/>
              </a:ext>
            </a:extLst>
          </p:cNvPr>
          <p:cNvSpPr/>
          <p:nvPr/>
        </p:nvSpPr>
        <p:spPr>
          <a:xfrm>
            <a:off x="1308429" y="1800325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44" name="타원 943">
            <a:extLst>
              <a:ext uri="{FF2B5EF4-FFF2-40B4-BE49-F238E27FC236}">
                <a16:creationId xmlns:a16="http://schemas.microsoft.com/office/drawing/2014/main" id="{8A32DF1E-4328-7002-FF71-A35417587D45}"/>
              </a:ext>
            </a:extLst>
          </p:cNvPr>
          <p:cNvSpPr/>
          <p:nvPr/>
        </p:nvSpPr>
        <p:spPr>
          <a:xfrm>
            <a:off x="4157564" y="1779927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45" name="타원 944">
            <a:extLst>
              <a:ext uri="{FF2B5EF4-FFF2-40B4-BE49-F238E27FC236}">
                <a16:creationId xmlns:a16="http://schemas.microsoft.com/office/drawing/2014/main" id="{102B9D8F-26D1-DE4C-52A3-19E699F59072}"/>
              </a:ext>
            </a:extLst>
          </p:cNvPr>
          <p:cNvSpPr/>
          <p:nvPr/>
        </p:nvSpPr>
        <p:spPr>
          <a:xfrm>
            <a:off x="2323377" y="3022351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47" name="그림 946" descr="안테나 컴퓨터 아이콘 라디오 방송, 라디오, 전자 제품, 텍스트, 안테나 png | PNGWing">
            <a:extLst>
              <a:ext uri="{FF2B5EF4-FFF2-40B4-BE49-F238E27FC236}">
                <a16:creationId xmlns:a16="http://schemas.microsoft.com/office/drawing/2014/main" id="{D6DF3F73-F946-01BE-F3E1-0CF405C006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96452" y="3390297"/>
            <a:ext cx="791460" cy="440465"/>
          </a:xfrm>
          <a:prstGeom prst="rect">
            <a:avLst/>
          </a:prstGeom>
        </p:spPr>
      </p:pic>
      <p:sp>
        <p:nvSpPr>
          <p:cNvPr id="948" name="타원 947">
            <a:extLst>
              <a:ext uri="{FF2B5EF4-FFF2-40B4-BE49-F238E27FC236}">
                <a16:creationId xmlns:a16="http://schemas.microsoft.com/office/drawing/2014/main" id="{F6C92B27-9BE3-EEA2-807C-0FF0B69B8CE2}"/>
              </a:ext>
            </a:extLst>
          </p:cNvPr>
          <p:cNvSpPr/>
          <p:nvPr/>
        </p:nvSpPr>
        <p:spPr>
          <a:xfrm>
            <a:off x="2963934" y="3815275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49" name="타원 948">
            <a:extLst>
              <a:ext uri="{FF2B5EF4-FFF2-40B4-BE49-F238E27FC236}">
                <a16:creationId xmlns:a16="http://schemas.microsoft.com/office/drawing/2014/main" id="{600065A8-733A-018D-6720-DD44A59508FB}"/>
              </a:ext>
            </a:extLst>
          </p:cNvPr>
          <p:cNvSpPr/>
          <p:nvPr/>
        </p:nvSpPr>
        <p:spPr>
          <a:xfrm>
            <a:off x="3720431" y="3466530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1" name="타원 950">
            <a:extLst>
              <a:ext uri="{FF2B5EF4-FFF2-40B4-BE49-F238E27FC236}">
                <a16:creationId xmlns:a16="http://schemas.microsoft.com/office/drawing/2014/main" id="{CB19EC42-21A0-A543-E54E-9231A6CCA6AD}"/>
              </a:ext>
            </a:extLst>
          </p:cNvPr>
          <p:cNvSpPr/>
          <p:nvPr/>
        </p:nvSpPr>
        <p:spPr>
          <a:xfrm>
            <a:off x="4126741" y="748491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53" name="화살표: 오른쪽 952">
            <a:extLst>
              <a:ext uri="{FF2B5EF4-FFF2-40B4-BE49-F238E27FC236}">
                <a16:creationId xmlns:a16="http://schemas.microsoft.com/office/drawing/2014/main" id="{5D5878FB-11FA-DFD9-E973-65D104547CF3}"/>
              </a:ext>
            </a:extLst>
          </p:cNvPr>
          <p:cNvSpPr/>
          <p:nvPr/>
        </p:nvSpPr>
        <p:spPr>
          <a:xfrm>
            <a:off x="5486400" y="2139696"/>
            <a:ext cx="1005840" cy="886968"/>
          </a:xfrm>
          <a:prstGeom prst="rightArrow">
            <a:avLst/>
          </a:prstGeom>
          <a:gradFill>
            <a:gsLst>
              <a:gs pos="97000">
                <a:schemeClr val="bg1">
                  <a:lumMod val="85000"/>
                </a:schemeClr>
              </a:gs>
              <a:gs pos="49000">
                <a:schemeClr val="accent1">
                  <a:lumMod val="60000"/>
                  <a:lumOff val="40000"/>
                </a:schemeClr>
              </a:gs>
              <a:gs pos="0">
                <a:srgbClr val="0000FF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676983F-2A31-2549-E2AD-6EE34CC9B19D}"/>
              </a:ext>
            </a:extLst>
          </p:cNvPr>
          <p:cNvGrpSpPr/>
          <p:nvPr/>
        </p:nvGrpSpPr>
        <p:grpSpPr>
          <a:xfrm>
            <a:off x="6254496" y="5650992"/>
            <a:ext cx="726840" cy="214811"/>
            <a:chOff x="11173060" y="6253090"/>
            <a:chExt cx="726840" cy="214811"/>
          </a:xfrm>
        </p:grpSpPr>
        <p:sp>
          <p:nvSpPr>
            <p:cNvPr id="2045" name="타원 2044">
              <a:extLst>
                <a:ext uri="{FF2B5EF4-FFF2-40B4-BE49-F238E27FC236}">
                  <a16:creationId xmlns:a16="http://schemas.microsoft.com/office/drawing/2014/main" id="{B617305F-A504-E3D2-30A7-4D867120FFB2}"/>
                </a:ext>
              </a:extLst>
            </p:cNvPr>
            <p:cNvSpPr/>
            <p:nvPr/>
          </p:nvSpPr>
          <p:spPr>
            <a:xfrm>
              <a:off x="11173060" y="6325694"/>
              <a:ext cx="126000" cy="126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50" name="Text 71">
              <a:extLst>
                <a:ext uri="{FF2B5EF4-FFF2-40B4-BE49-F238E27FC236}">
                  <a16:creationId xmlns:a16="http://schemas.microsoft.com/office/drawing/2014/main" id="{83A681D0-4202-5467-806F-F7EE7201942D}"/>
                </a:ext>
              </a:extLst>
            </p:cNvPr>
            <p:cNvSpPr/>
            <p:nvPr/>
          </p:nvSpPr>
          <p:spPr>
            <a:xfrm>
              <a:off x="11424879" y="6253090"/>
              <a:ext cx="475021" cy="2148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1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STA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A877404-E495-44A6-A9E8-6B5B40B2546C}"/>
              </a:ext>
            </a:extLst>
          </p:cNvPr>
          <p:cNvGrpSpPr/>
          <p:nvPr/>
        </p:nvGrpSpPr>
        <p:grpSpPr>
          <a:xfrm>
            <a:off x="5212080" y="5596128"/>
            <a:ext cx="1718889" cy="362470"/>
            <a:chOff x="10892113" y="5909620"/>
            <a:chExt cx="1718889" cy="362470"/>
          </a:xfrm>
        </p:grpSpPr>
        <p:pic>
          <p:nvPicPr>
            <p:cNvPr id="2047" name="그림 2046" descr="안테나 컴퓨터 아이콘 라디오 방송, 라디오, 전자 제품, 텍스트, 안테나 png | PNGWing">
              <a:extLst>
                <a:ext uri="{FF2B5EF4-FFF2-40B4-BE49-F238E27FC236}">
                  <a16:creationId xmlns:a16="http://schemas.microsoft.com/office/drawing/2014/main" id="{F7DAFE87-4A11-1EDC-F94D-56DAA446C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10892113" y="5909620"/>
              <a:ext cx="651313" cy="362470"/>
            </a:xfrm>
            <a:prstGeom prst="rect">
              <a:avLst/>
            </a:prstGeom>
          </p:spPr>
        </p:pic>
        <p:sp>
          <p:nvSpPr>
            <p:cNvPr id="2063" name="Text 71">
              <a:extLst>
                <a:ext uri="{FF2B5EF4-FFF2-40B4-BE49-F238E27FC236}">
                  <a16:creationId xmlns:a16="http://schemas.microsoft.com/office/drawing/2014/main" id="{719A4006-0E29-E5BE-EA23-9CDDFC069FDF}"/>
                </a:ext>
              </a:extLst>
            </p:cNvPr>
            <p:cNvSpPr/>
            <p:nvPr/>
          </p:nvSpPr>
          <p:spPr>
            <a:xfrm>
              <a:off x="11471342" y="5955453"/>
              <a:ext cx="1139660" cy="2148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1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AP</a:t>
              </a:r>
            </a:p>
          </p:txBody>
        </p:sp>
      </p:grpSp>
      <p:sp>
        <p:nvSpPr>
          <p:cNvPr id="859" name="Text 71">
            <a:extLst>
              <a:ext uri="{FF2B5EF4-FFF2-40B4-BE49-F238E27FC236}">
                <a16:creationId xmlns:a16="http://schemas.microsoft.com/office/drawing/2014/main" id="{3081C4A5-FF2E-3B2B-E0A7-B5B2AAC50C29}"/>
              </a:ext>
            </a:extLst>
          </p:cNvPr>
          <p:cNvSpPr/>
          <p:nvPr/>
        </p:nvSpPr>
        <p:spPr>
          <a:xfrm>
            <a:off x="5312664" y="1572768"/>
            <a:ext cx="1353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RSSI based grouping</a:t>
            </a:r>
          </a:p>
        </p:txBody>
      </p:sp>
      <p:grpSp>
        <p:nvGrpSpPr>
          <p:cNvPr id="1405" name="그룹 1404">
            <a:extLst>
              <a:ext uri="{FF2B5EF4-FFF2-40B4-BE49-F238E27FC236}">
                <a16:creationId xmlns:a16="http://schemas.microsoft.com/office/drawing/2014/main" id="{BCE37E2E-AAB4-5547-D16A-BD0C8BCE4496}"/>
              </a:ext>
            </a:extLst>
          </p:cNvPr>
          <p:cNvGrpSpPr/>
          <p:nvPr/>
        </p:nvGrpSpPr>
        <p:grpSpPr>
          <a:xfrm>
            <a:off x="9418320" y="3383280"/>
            <a:ext cx="1139660" cy="667804"/>
            <a:chOff x="6096000" y="7336088"/>
            <a:chExt cx="1139660" cy="667804"/>
          </a:xfrm>
        </p:grpSpPr>
        <p:sp>
          <p:nvSpPr>
            <p:cNvPr id="1354" name="Text 71">
              <a:extLst>
                <a:ext uri="{FF2B5EF4-FFF2-40B4-BE49-F238E27FC236}">
                  <a16:creationId xmlns:a16="http://schemas.microsoft.com/office/drawing/2014/main" id="{7D968230-A07A-E44C-57AD-5575479FC69B}"/>
                </a:ext>
              </a:extLst>
            </p:cNvPr>
            <p:cNvSpPr/>
            <p:nvPr/>
          </p:nvSpPr>
          <p:spPr>
            <a:xfrm>
              <a:off x="6096000" y="7789081"/>
              <a:ext cx="1139660" cy="21481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1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1E4B9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Master AP</a:t>
              </a:r>
            </a:p>
          </p:txBody>
        </p:sp>
        <p:pic>
          <p:nvPicPr>
            <p:cNvPr id="1355" name="그림 1354" descr="정보공유게시판 - 무선공유기 ? 무선 AP?">
              <a:extLst>
                <a:ext uri="{FF2B5EF4-FFF2-40B4-BE49-F238E27FC236}">
                  <a16:creationId xmlns:a16="http://schemas.microsoft.com/office/drawing/2014/main" id="{9F3FD625-56EA-BA62-8F7D-B6B9FA14E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  <a14:imgEffect>
                        <a14:colorTemperature colorTemp="4700"/>
                      </a14:imgEffect>
                      <a14:imgEffect>
                        <a14:saturation sat="400000"/>
                      </a14:imgEffect>
                      <a14:imgEffect>
                        <a14:brightnessContrast bright="-100000" contrast="10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>
            <a:xfrm>
              <a:off x="6096000" y="7336088"/>
              <a:ext cx="834502" cy="515125"/>
            </a:xfrm>
            <a:prstGeom prst="rect">
              <a:avLst/>
            </a:prstGeom>
          </p:spPr>
        </p:pic>
      </p:grpSp>
      <p:cxnSp>
        <p:nvCxnSpPr>
          <p:cNvPr id="1356" name="직선 화살표 연결선 1355">
            <a:extLst>
              <a:ext uri="{FF2B5EF4-FFF2-40B4-BE49-F238E27FC236}">
                <a16:creationId xmlns:a16="http://schemas.microsoft.com/office/drawing/2014/main" id="{9EC83CF8-2C8F-5A89-C4DD-9223960DFBCC}"/>
              </a:ext>
            </a:extLst>
          </p:cNvPr>
          <p:cNvCxnSpPr>
            <a:cxnSpLocks/>
          </p:cNvCxnSpPr>
          <p:nvPr/>
        </p:nvCxnSpPr>
        <p:spPr>
          <a:xfrm>
            <a:off x="8315553" y="2061057"/>
            <a:ext cx="1057046" cy="1276502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7" name="직선 화살표 연결선 1356">
            <a:extLst>
              <a:ext uri="{FF2B5EF4-FFF2-40B4-BE49-F238E27FC236}">
                <a16:creationId xmlns:a16="http://schemas.microsoft.com/office/drawing/2014/main" id="{64D7E477-CAE1-33B6-D4BB-C550CBA83C4F}"/>
              </a:ext>
            </a:extLst>
          </p:cNvPr>
          <p:cNvCxnSpPr>
            <a:cxnSpLocks/>
          </p:cNvCxnSpPr>
          <p:nvPr/>
        </p:nvCxnSpPr>
        <p:spPr>
          <a:xfrm>
            <a:off x="8869680" y="3657600"/>
            <a:ext cx="502920" cy="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8" name="직선 화살표 연결선 1357">
            <a:extLst>
              <a:ext uri="{FF2B5EF4-FFF2-40B4-BE49-F238E27FC236}">
                <a16:creationId xmlns:a16="http://schemas.microsoft.com/office/drawing/2014/main" id="{1B8A51A7-473F-E87D-7FC0-387A9B5EE5F3}"/>
              </a:ext>
            </a:extLst>
          </p:cNvPr>
          <p:cNvCxnSpPr>
            <a:cxnSpLocks/>
          </p:cNvCxnSpPr>
          <p:nvPr/>
        </p:nvCxnSpPr>
        <p:spPr>
          <a:xfrm>
            <a:off x="9829800" y="2286000"/>
            <a:ext cx="5486" cy="1051560"/>
          </a:xfrm>
          <a:prstGeom prst="straightConnector1">
            <a:avLst/>
          </a:prstGeom>
          <a:ln w="19050">
            <a:solidFill>
              <a:schemeClr val="bg2">
                <a:lumMod val="1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61" name="그림 1360" descr="안테나 컴퓨터 아이콘 라디오 방송, 라디오, 전자 제품, 텍스트, 안테나 png | PNGWing">
            <a:extLst>
              <a:ext uri="{FF2B5EF4-FFF2-40B4-BE49-F238E27FC236}">
                <a16:creationId xmlns:a16="http://schemas.microsoft.com/office/drawing/2014/main" id="{502DA85C-6885-6E78-8D96-B94E6B7843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303201" y="3170006"/>
            <a:ext cx="791460" cy="440465"/>
          </a:xfrm>
          <a:prstGeom prst="rect">
            <a:avLst/>
          </a:prstGeom>
        </p:spPr>
      </p:pic>
      <p:pic>
        <p:nvPicPr>
          <p:cNvPr id="1364" name="그림 1363" descr="안테나 컴퓨터 아이콘 라디오 방송, 라디오, 전자 제품, 텍스트, 안테나 png | PNGWing">
            <a:extLst>
              <a:ext uri="{FF2B5EF4-FFF2-40B4-BE49-F238E27FC236}">
                <a16:creationId xmlns:a16="http://schemas.microsoft.com/office/drawing/2014/main" id="{FE929832-8DAA-0CF2-507B-0CB58705E9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68157" y="485022"/>
            <a:ext cx="791460" cy="440465"/>
          </a:xfrm>
          <a:prstGeom prst="rect">
            <a:avLst/>
          </a:prstGeom>
        </p:spPr>
      </p:pic>
      <p:pic>
        <p:nvPicPr>
          <p:cNvPr id="1367" name="그림 1366" descr="안테나 컴퓨터 아이콘 라디오 방송, 라디오, 전자 제품, 텍스트, 안테나 png | PNGWing">
            <a:extLst>
              <a:ext uri="{FF2B5EF4-FFF2-40B4-BE49-F238E27FC236}">
                <a16:creationId xmlns:a16="http://schemas.microsoft.com/office/drawing/2014/main" id="{0D450B0F-CC56-113F-AAAB-D8A7B50BAE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619490" y="898490"/>
            <a:ext cx="791460" cy="440465"/>
          </a:xfrm>
          <a:prstGeom prst="rect">
            <a:avLst/>
          </a:prstGeom>
        </p:spPr>
      </p:pic>
      <p:sp>
        <p:nvSpPr>
          <p:cNvPr id="1369" name="타원 1368">
            <a:extLst>
              <a:ext uri="{FF2B5EF4-FFF2-40B4-BE49-F238E27FC236}">
                <a16:creationId xmlns:a16="http://schemas.microsoft.com/office/drawing/2014/main" id="{C1F7C085-C208-9BCC-13C0-F3FAFD776F3A}"/>
              </a:ext>
            </a:extLst>
          </p:cNvPr>
          <p:cNvSpPr/>
          <p:nvPr/>
        </p:nvSpPr>
        <p:spPr>
          <a:xfrm>
            <a:off x="8228407" y="747550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71" name="타원 1370">
            <a:extLst>
              <a:ext uri="{FF2B5EF4-FFF2-40B4-BE49-F238E27FC236}">
                <a16:creationId xmlns:a16="http://schemas.microsoft.com/office/drawing/2014/main" id="{A766BB8A-42A3-451B-9E24-51DE0ABCAD5B}"/>
              </a:ext>
            </a:extLst>
          </p:cNvPr>
          <p:cNvSpPr/>
          <p:nvPr/>
        </p:nvSpPr>
        <p:spPr>
          <a:xfrm>
            <a:off x="8165830" y="1339456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74" name="타원 1373">
            <a:extLst>
              <a:ext uri="{FF2B5EF4-FFF2-40B4-BE49-F238E27FC236}">
                <a16:creationId xmlns:a16="http://schemas.microsoft.com/office/drawing/2014/main" id="{E55F9197-C343-73D4-4461-91E66D64E41A}"/>
              </a:ext>
            </a:extLst>
          </p:cNvPr>
          <p:cNvSpPr/>
          <p:nvPr/>
        </p:nvSpPr>
        <p:spPr>
          <a:xfrm>
            <a:off x="7761288" y="760061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76" name="타원 1375">
            <a:extLst>
              <a:ext uri="{FF2B5EF4-FFF2-40B4-BE49-F238E27FC236}">
                <a16:creationId xmlns:a16="http://schemas.microsoft.com/office/drawing/2014/main" id="{A9422371-21F9-5D52-3858-F265CA09EFEA}"/>
              </a:ext>
            </a:extLst>
          </p:cNvPr>
          <p:cNvSpPr/>
          <p:nvPr/>
        </p:nvSpPr>
        <p:spPr>
          <a:xfrm>
            <a:off x="9226197" y="1125277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78" name="그림 1377" descr="안테나 컴퓨터 아이콘 라디오 방송, 라디오, 전자 제품, 텍스트, 안테나 png | PNGWing">
            <a:extLst>
              <a:ext uri="{FF2B5EF4-FFF2-40B4-BE49-F238E27FC236}">
                <a16:creationId xmlns:a16="http://schemas.microsoft.com/office/drawing/2014/main" id="{A1CFE115-20D0-664A-04B0-FBB03A2555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335979" y="1491554"/>
            <a:ext cx="791460" cy="440465"/>
          </a:xfrm>
          <a:prstGeom prst="rect">
            <a:avLst/>
          </a:prstGeom>
        </p:spPr>
      </p:pic>
      <p:sp>
        <p:nvSpPr>
          <p:cNvPr id="1380" name="타원 1379">
            <a:extLst>
              <a:ext uri="{FF2B5EF4-FFF2-40B4-BE49-F238E27FC236}">
                <a16:creationId xmlns:a16="http://schemas.microsoft.com/office/drawing/2014/main" id="{E72F7E79-EF11-F8B8-F4E6-99FEC5EC0E6D}"/>
              </a:ext>
            </a:extLst>
          </p:cNvPr>
          <p:cNvSpPr/>
          <p:nvPr/>
        </p:nvSpPr>
        <p:spPr>
          <a:xfrm>
            <a:off x="9852793" y="2155482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82" name="타원 1381">
            <a:extLst>
              <a:ext uri="{FF2B5EF4-FFF2-40B4-BE49-F238E27FC236}">
                <a16:creationId xmlns:a16="http://schemas.microsoft.com/office/drawing/2014/main" id="{55F487D8-87B1-22CD-D512-E0A5E43A77A0}"/>
              </a:ext>
            </a:extLst>
          </p:cNvPr>
          <p:cNvSpPr/>
          <p:nvPr/>
        </p:nvSpPr>
        <p:spPr>
          <a:xfrm>
            <a:off x="7430525" y="3085547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84" name="그림 1383" descr="안테나 컴퓨터 아이콘 라디오 방송, 라디오, 전자 제품, 텍스트, 안테나 png | PNGWing">
            <a:extLst>
              <a:ext uri="{FF2B5EF4-FFF2-40B4-BE49-F238E27FC236}">
                <a16:creationId xmlns:a16="http://schemas.microsoft.com/office/drawing/2014/main" id="{8D5E396E-4CA0-6C9B-9C8E-816D2C50C2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43943" y="1618539"/>
            <a:ext cx="791460" cy="440465"/>
          </a:xfrm>
          <a:prstGeom prst="rect">
            <a:avLst/>
          </a:prstGeom>
        </p:spPr>
      </p:pic>
      <p:sp>
        <p:nvSpPr>
          <p:cNvPr id="1386" name="타원 1385">
            <a:extLst>
              <a:ext uri="{FF2B5EF4-FFF2-40B4-BE49-F238E27FC236}">
                <a16:creationId xmlns:a16="http://schemas.microsoft.com/office/drawing/2014/main" id="{7F5AE643-4BB6-9681-CE77-C3DD959AA066}"/>
              </a:ext>
            </a:extLst>
          </p:cNvPr>
          <p:cNvSpPr/>
          <p:nvPr/>
        </p:nvSpPr>
        <p:spPr>
          <a:xfrm>
            <a:off x="7735476" y="1513269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88" name="타원 1387">
            <a:extLst>
              <a:ext uri="{FF2B5EF4-FFF2-40B4-BE49-F238E27FC236}">
                <a16:creationId xmlns:a16="http://schemas.microsoft.com/office/drawing/2014/main" id="{7C8E606F-9450-3EC4-BA2A-59B862D7BA00}"/>
              </a:ext>
            </a:extLst>
          </p:cNvPr>
          <p:cNvSpPr/>
          <p:nvPr/>
        </p:nvSpPr>
        <p:spPr>
          <a:xfrm>
            <a:off x="7668627" y="2035615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90" name="타원 1389">
            <a:extLst>
              <a:ext uri="{FF2B5EF4-FFF2-40B4-BE49-F238E27FC236}">
                <a16:creationId xmlns:a16="http://schemas.microsoft.com/office/drawing/2014/main" id="{BA6F309F-AA1E-EC85-38F5-B4B5DFC01E10}"/>
              </a:ext>
            </a:extLst>
          </p:cNvPr>
          <p:cNvSpPr/>
          <p:nvPr/>
        </p:nvSpPr>
        <p:spPr>
          <a:xfrm>
            <a:off x="7258696" y="1612906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92" name="타원 1391">
            <a:extLst>
              <a:ext uri="{FF2B5EF4-FFF2-40B4-BE49-F238E27FC236}">
                <a16:creationId xmlns:a16="http://schemas.microsoft.com/office/drawing/2014/main" id="{A2FA0D67-94A4-0057-B690-5336C7C6BD19}"/>
              </a:ext>
            </a:extLst>
          </p:cNvPr>
          <p:cNvSpPr/>
          <p:nvPr/>
        </p:nvSpPr>
        <p:spPr>
          <a:xfrm>
            <a:off x="10086262" y="1722039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94" name="타원 1393">
            <a:extLst>
              <a:ext uri="{FF2B5EF4-FFF2-40B4-BE49-F238E27FC236}">
                <a16:creationId xmlns:a16="http://schemas.microsoft.com/office/drawing/2014/main" id="{3607773B-3C45-9BE6-18B6-3907A375F86E}"/>
              </a:ext>
            </a:extLst>
          </p:cNvPr>
          <p:cNvSpPr/>
          <p:nvPr/>
        </p:nvSpPr>
        <p:spPr>
          <a:xfrm>
            <a:off x="7269239" y="3653088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397" name="그림 1396" descr="안테나 컴퓨터 아이콘 라디오 방송, 라디오, 전자 제품, 텍스트, 안테나 png | PNGWing">
            <a:extLst>
              <a:ext uri="{FF2B5EF4-FFF2-40B4-BE49-F238E27FC236}">
                <a16:creationId xmlns:a16="http://schemas.microsoft.com/office/drawing/2014/main" id="{EE9E6664-5CD9-ED0F-862B-AC20D37613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942314" y="4021034"/>
            <a:ext cx="791460" cy="440465"/>
          </a:xfrm>
          <a:prstGeom prst="rect">
            <a:avLst/>
          </a:prstGeom>
        </p:spPr>
      </p:pic>
      <p:sp>
        <p:nvSpPr>
          <p:cNvPr id="1399" name="타원 1398">
            <a:extLst>
              <a:ext uri="{FF2B5EF4-FFF2-40B4-BE49-F238E27FC236}">
                <a16:creationId xmlns:a16="http://schemas.microsoft.com/office/drawing/2014/main" id="{D5C5F57E-31D0-48BE-D450-FA64D827A718}"/>
              </a:ext>
            </a:extLst>
          </p:cNvPr>
          <p:cNvSpPr/>
          <p:nvPr/>
        </p:nvSpPr>
        <p:spPr>
          <a:xfrm>
            <a:off x="7909796" y="4446012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01" name="타원 1400">
            <a:extLst>
              <a:ext uri="{FF2B5EF4-FFF2-40B4-BE49-F238E27FC236}">
                <a16:creationId xmlns:a16="http://schemas.microsoft.com/office/drawing/2014/main" id="{FF0BAF79-28E3-2BCA-484C-A909D747F58A}"/>
              </a:ext>
            </a:extLst>
          </p:cNvPr>
          <p:cNvSpPr/>
          <p:nvPr/>
        </p:nvSpPr>
        <p:spPr>
          <a:xfrm>
            <a:off x="8666293" y="4097267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04" name="타원 1403">
            <a:extLst>
              <a:ext uri="{FF2B5EF4-FFF2-40B4-BE49-F238E27FC236}">
                <a16:creationId xmlns:a16="http://schemas.microsoft.com/office/drawing/2014/main" id="{4A0D5431-F735-DD2F-799D-C9960BCA4BC8}"/>
              </a:ext>
            </a:extLst>
          </p:cNvPr>
          <p:cNvSpPr/>
          <p:nvPr/>
        </p:nvSpPr>
        <p:spPr>
          <a:xfrm>
            <a:off x="10055439" y="690603"/>
            <a:ext cx="144000" cy="1440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87" name="직사각형 1986">
            <a:extLst>
              <a:ext uri="{FF2B5EF4-FFF2-40B4-BE49-F238E27FC236}">
                <a16:creationId xmlns:a16="http://schemas.microsoft.com/office/drawing/2014/main" id="{3B4954A5-1F61-37FD-88F9-A04A461AD38C}"/>
              </a:ext>
            </a:extLst>
          </p:cNvPr>
          <p:cNvSpPr/>
          <p:nvPr/>
        </p:nvSpPr>
        <p:spPr>
          <a:xfrm>
            <a:off x="925044" y="4835347"/>
            <a:ext cx="4392783" cy="56606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89" name="직사각형 1988">
            <a:extLst>
              <a:ext uri="{FF2B5EF4-FFF2-40B4-BE49-F238E27FC236}">
                <a16:creationId xmlns:a16="http://schemas.microsoft.com/office/drawing/2014/main" id="{6F331F1A-7325-FEC9-BB8A-60D9EB12E2DF}"/>
              </a:ext>
            </a:extLst>
          </p:cNvPr>
          <p:cNvSpPr/>
          <p:nvPr/>
        </p:nvSpPr>
        <p:spPr>
          <a:xfrm>
            <a:off x="6669745" y="4842398"/>
            <a:ext cx="4392783" cy="566067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91" name="Text 71">
            <a:extLst>
              <a:ext uri="{FF2B5EF4-FFF2-40B4-BE49-F238E27FC236}">
                <a16:creationId xmlns:a16="http://schemas.microsoft.com/office/drawing/2014/main" id="{7D23530B-0817-6DEC-9761-95DF8FC6C773}"/>
              </a:ext>
            </a:extLst>
          </p:cNvPr>
          <p:cNvSpPr/>
          <p:nvPr/>
        </p:nvSpPr>
        <p:spPr>
          <a:xfrm>
            <a:off x="1965960" y="5038344"/>
            <a:ext cx="2301286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(a) Initial BSS deployment</a:t>
            </a:r>
          </a:p>
        </p:txBody>
      </p:sp>
      <p:sp>
        <p:nvSpPr>
          <p:cNvPr id="1994" name="Text 71">
            <a:extLst>
              <a:ext uri="{FF2B5EF4-FFF2-40B4-BE49-F238E27FC236}">
                <a16:creationId xmlns:a16="http://schemas.microsoft.com/office/drawing/2014/main" id="{9A52969C-8B1B-6CD5-2C80-B6359A857128}"/>
              </a:ext>
            </a:extLst>
          </p:cNvPr>
          <p:cNvSpPr/>
          <p:nvPr/>
        </p:nvSpPr>
        <p:spPr>
          <a:xfrm>
            <a:off x="6848856" y="5038344"/>
            <a:ext cx="4023360" cy="356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(b) RSSI based BSS grouping</a:t>
            </a:r>
          </a:p>
        </p:txBody>
      </p:sp>
      <p:sp>
        <p:nvSpPr>
          <p:cNvPr id="2064" name="center_ring"/>
          <p:cNvSpPr/>
          <p:nvPr/>
        </p:nvSpPr>
        <p:spPr>
          <a:xfrm>
            <a:off x="7590220" y="853722"/>
            <a:ext cx="850000" cy="530000"/>
          </a:xfrm>
          <a:prstGeom prst="ellipse">
            <a:avLst/>
          </a:prstGeom>
          <a:noFill/>
          <a:ln w="285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5" name="center_ring"/>
          <p:cNvSpPr/>
          <p:nvPr/>
        </p:nvSpPr>
        <p:spPr>
          <a:xfrm>
            <a:off x="9306709" y="1446786"/>
            <a:ext cx="850000" cy="530000"/>
          </a:xfrm>
          <a:prstGeom prst="ellipse">
            <a:avLst/>
          </a:prstGeom>
          <a:noFill/>
          <a:ln w="28575">
            <a:solidFill>
              <a:srgbClr val="C94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6" name="center_ring"/>
          <p:cNvSpPr/>
          <p:nvPr/>
        </p:nvSpPr>
        <p:spPr>
          <a:xfrm>
            <a:off x="7273931" y="3125238"/>
            <a:ext cx="850000" cy="530000"/>
          </a:xfrm>
          <a:prstGeom prst="ellipse">
            <a:avLst/>
          </a:prstGeom>
          <a:noFill/>
          <a:ln w="28575">
            <a:solidFill>
              <a:srgbClr val="D49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67" name="Picture 206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336" y="5605992"/>
            <a:ext cx="651313" cy="362470"/>
          </a:xfrm>
          <a:prstGeom prst="rect">
            <a:avLst/>
          </a:prstGeom>
        </p:spPr>
      </p:pic>
      <p:sp>
        <p:nvSpPr>
          <p:cNvPr id="2068" name="center_ring"/>
          <p:cNvSpPr/>
          <p:nvPr/>
        </p:nvSpPr>
        <p:spPr>
          <a:xfrm>
            <a:off x="7166992" y="5552227"/>
            <a:ext cx="740000" cy="470000"/>
          </a:xfrm>
          <a:prstGeom prst="ellipse">
            <a:avLst/>
          </a:prstGeom>
          <a:noFill/>
          <a:ln w="254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9" name="TextBox 2068"/>
          <p:cNvSpPr txBox="1"/>
          <p:nvPr/>
        </p:nvSpPr>
        <p:spPr>
          <a:xfrm>
            <a:off x="8012649" y="5655992"/>
            <a:ext cx="1300000" cy="26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latin typeface="Times New Roman"/>
              </a:rPr>
              <a:t>center AP</a:t>
            </a:r>
          </a:p>
        </p:txBody>
      </p:sp>
    </p:spTree>
    <p:extLst>
      <p:ext uri="{BB962C8B-B14F-4D97-AF65-F5344CB8AC3E}">
        <p14:creationId xmlns:p14="http://schemas.microsoft.com/office/powerpoint/2010/main" val="3117595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와이드스크린</PresentationFormat>
  <Paragraphs>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Times New Roman</vt:lpstr>
      <vt:lpstr>Office Theme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채완 홍</dc:creator>
  <cp:lastModifiedBy>채완 홍</cp:lastModifiedBy>
  <cp:revision>1</cp:revision>
  <dcterms:created xsi:type="dcterms:W3CDTF">2026-09-15T02:35:13Z</dcterms:created>
  <dcterms:modified xsi:type="dcterms:W3CDTF">2026-09-15T02:35:28Z</dcterms:modified>
</cp:coreProperties>
</file>