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8321040"/>
  <p:notesSz cx="832104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1874520"/>
          </a:xfrm>
          <a:prstGeom prst="rect">
            <a:avLst/>
          </a:prstGeom>
          <a:solidFill>
            <a:srgbClr val="E8E8E8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47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2240280"/>
            <a:ext cx="8595360" cy="5806440"/>
          </a:xfrm>
          <a:prstGeom prst="rect">
            <a:avLst/>
          </a:prstGeom>
          <a:solidFill>
            <a:srgbClr val="DDE4EE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Per-TXOP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457200"/>
            <a:ext cx="32918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457200"/>
            <a:ext cx="3291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State Collection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AP collects inter-AP RSSI and traffic demand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115568"/>
            <a:ext cx="0" cy="23774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353312"/>
            <a:ext cx="329184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1353312"/>
            <a:ext cx="32918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RSSI-based BSS Grouping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BSSs are grouped by RSSI proximity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956816"/>
            <a:ext cx="0" cy="51206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2468880"/>
            <a:ext cx="32918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468880"/>
            <a:ext cx="3291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State Observation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AP collects traffic state of each group via ICF/ICR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3127248"/>
            <a:ext cx="0" cy="18288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3310128"/>
            <a:ext cx="3017520" cy="87782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3310128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Latency-sensitive 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this TXOP?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74904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126480" y="35021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3419856"/>
            <a:ext cx="20116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3419856"/>
            <a:ext cx="20116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Coordinated Spatial Reuse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groups transmit concurrently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4187952"/>
            <a:ext cx="0" cy="18288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617720" y="4160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63240" y="4370832"/>
            <a:ext cx="3017520" cy="87782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4370832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Latency-sensitive 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concentrated in one group?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2148840" y="4809744"/>
            <a:ext cx="91440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4809744"/>
            <a:ext cx="0" cy="676656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651760" y="45628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809744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4809744"/>
            <a:ext cx="0" cy="676656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217920" y="45628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486400"/>
            <a:ext cx="329184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" y="5486400"/>
            <a:ext cx="329184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Latency-sensitive traffic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distributed across groups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Groups with latency-sensitive traffic transmit first (priority slots),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then all groups transmit concurrently (Co-SR)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74920" y="5486400"/>
            <a:ext cx="329184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74920" y="5486400"/>
            <a:ext cx="329184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Latency-sensitive traffic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concentrated in one group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group transmits in turn (Co-TDMA),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while the other groups transmit concurrently (Co-SR)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148840" y="6419088"/>
            <a:ext cx="0" cy="18288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6419088"/>
            <a:ext cx="0" cy="18288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4078224"/>
            <a:ext cx="0" cy="252374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48840" y="6601968"/>
            <a:ext cx="6355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6601968"/>
            <a:ext cx="0" cy="18288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926080" y="6784848"/>
            <a:ext cx="32918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26080" y="6784848"/>
            <a:ext cx="3291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Allocation using ML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AP determines slot durations and group transmit power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0" y="7443216"/>
            <a:ext cx="0" cy="14630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926080" y="7589520"/>
            <a:ext cx="329184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26080" y="7589520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Coordinated Transmission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17920" y="7781544"/>
            <a:ext cx="257860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796528" y="2798064"/>
            <a:ext cx="0" cy="498348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>
            <a:off x="6217920" y="2798064"/>
            <a:ext cx="257860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 rot="16200000">
            <a:off x="8385048" y="5532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TXOP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2026-09-15T05:07:04Z</dcterms:created>
  <dcterms:modified xsi:type="dcterms:W3CDTF">2026-09-15T05:07:04Z</dcterms:modified>
</cp:coreProperties>
</file>