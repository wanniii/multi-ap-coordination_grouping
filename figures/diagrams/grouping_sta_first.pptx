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1.png"/><Relationship Id="rId5" Type="http://schemas.openxmlformats.org/officeDocument/2006/relationships/image" Target="../media/image-1-2.png"/><Relationship Id="rId6" Type="http://schemas.openxmlformats.org/officeDocument/2006/relationships/image" Target="../media/image-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612648"/>
            <a:ext cx="822960" cy="51206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651760" y="1143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B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 AP</a:t>
            </a:r>
            <a:endParaRPr lang="en-US" sz="1200" dirty="0"/>
          </a:p>
        </p:txBody>
      </p:sp>
      <p:pic>
        <p:nvPicPr>
          <p:cNvPr id="4" name="Image 1" descr="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16" y="2523744"/>
            <a:ext cx="795528" cy="438912"/>
          </a:xfrm>
          <a:prstGeom prst="rect">
            <a:avLst/>
          </a:prstGeom>
        </p:spPr>
      </p:pic>
      <p:pic>
        <p:nvPicPr>
          <p:cNvPr id="5" name="Image 2" descr="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116" y="2523744"/>
            <a:ext cx="795528" cy="438912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6868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AP1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534924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AP2</a:t>
            </a:r>
            <a:endParaRPr lang="en-US" sz="1100" dirty="0"/>
          </a:p>
        </p:txBody>
      </p:sp>
      <p:sp>
        <p:nvSpPr>
          <p:cNvPr id="8" name="Shape 3"/>
          <p:cNvSpPr/>
          <p:nvPr/>
        </p:nvSpPr>
        <p:spPr>
          <a:xfrm>
            <a:off x="182880" y="1097280"/>
            <a:ext cx="3657600" cy="3291840"/>
          </a:xfrm>
          <a:prstGeom prst="ellipse">
            <a:avLst/>
          </a:prstGeom>
          <a:ln w="12700">
            <a:solidFill>
              <a:srgbClr val="C8C8C8"/>
            </a:solidFill>
            <a:prstDash val="sysDot"/>
          </a:ln>
        </p:spPr>
      </p:sp>
      <p:sp>
        <p:nvSpPr>
          <p:cNvPr id="9" name="Shape 4"/>
          <p:cNvSpPr/>
          <p:nvPr/>
        </p:nvSpPr>
        <p:spPr>
          <a:xfrm>
            <a:off x="2926080" y="1097280"/>
            <a:ext cx="3657600" cy="3291840"/>
          </a:xfrm>
          <a:prstGeom prst="ellipse">
            <a:avLst/>
          </a:prstGeom>
          <a:ln w="12700">
            <a:solidFill>
              <a:srgbClr val="C8C8C8"/>
            </a:solidFill>
            <a:prstDash val="sysDot"/>
          </a:ln>
        </p:spPr>
      </p:sp>
      <p:sp>
        <p:nvSpPr>
          <p:cNvPr id="10" name="Shape 5"/>
          <p:cNvSpPr/>
          <p:nvPr/>
        </p:nvSpPr>
        <p:spPr>
          <a:xfrm>
            <a:off x="1252728" y="2121408"/>
            <a:ext cx="146304" cy="146304"/>
          </a:xfrm>
          <a:prstGeom prst="ellipse">
            <a:avLst/>
          </a:prstGeom>
          <a:solidFill>
            <a:srgbClr val="B0B0B0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207008" y="3310128"/>
            <a:ext cx="146304" cy="146304"/>
          </a:xfrm>
          <a:prstGeom prst="ellipse">
            <a:avLst/>
          </a:prstGeom>
          <a:solidFill>
            <a:srgbClr val="B0B0B0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367528" y="2121408"/>
            <a:ext cx="146304" cy="146304"/>
          </a:xfrm>
          <a:prstGeom prst="ellipse">
            <a:avLst/>
          </a:prstGeom>
          <a:solidFill>
            <a:srgbClr val="B0B0B0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413248" y="3310128"/>
            <a:ext cx="146304" cy="146304"/>
          </a:xfrm>
          <a:prstGeom prst="ellipse">
            <a:avLst/>
          </a:prstGeom>
          <a:solidFill>
            <a:srgbClr val="B0B0B0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999232" y="3227832"/>
            <a:ext cx="310896" cy="310896"/>
          </a:xfrm>
          <a:prstGeom prst="star5">
            <a:avLst/>
          </a:prstGeom>
          <a:solidFill>
            <a:srgbClr val="E0202A"/>
          </a:solidFill>
          <a:ln w="6350">
            <a:solidFill>
              <a:srgbClr val="7A000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2880360" y="35387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456432" y="3227832"/>
            <a:ext cx="310896" cy="310896"/>
          </a:xfrm>
          <a:prstGeom prst="star5">
            <a:avLst/>
          </a:prstGeom>
          <a:solidFill>
            <a:srgbClr val="E0202A"/>
          </a:solidFill>
          <a:ln w="6350">
            <a:solidFill>
              <a:srgbClr val="7A000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337560" y="35387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227832" y="2679192"/>
            <a:ext cx="310896" cy="310896"/>
          </a:xfrm>
          <a:prstGeom prst="star5">
            <a:avLst/>
          </a:prstGeom>
          <a:solidFill>
            <a:srgbClr val="E0202A"/>
          </a:solidFill>
          <a:ln w="6350">
            <a:solidFill>
              <a:srgbClr val="7A000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3108960" y="2990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325880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STAs not yet associated  (dotted: AP coverage)</a:t>
            </a:r>
            <a:endParaRPr lang="en-US" sz="1100" dirty="0"/>
          </a:p>
        </p:txBody>
      </p:sp>
      <p:pic>
        <p:nvPicPr>
          <p:cNvPr id="21" name="Image 3" descr="mas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612648"/>
            <a:ext cx="822960" cy="5120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366760" y="1143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B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 AP</a:t>
            </a:r>
            <a:endParaRPr lang="en-US" sz="1200" dirty="0"/>
          </a:p>
        </p:txBody>
      </p:sp>
      <p:pic>
        <p:nvPicPr>
          <p:cNvPr id="23" name="Image 4" descr="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8916" y="2523744"/>
            <a:ext cx="795528" cy="438912"/>
          </a:xfrm>
          <a:prstGeom prst="rect">
            <a:avLst/>
          </a:prstGeom>
        </p:spPr>
      </p:pic>
      <p:pic>
        <p:nvPicPr>
          <p:cNvPr id="24" name="Image 5" descr="a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2116" y="2523744"/>
            <a:ext cx="795528" cy="43891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58368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AP1</a:t>
            </a:r>
            <a:endParaRPr lang="en-US" sz="1100" dirty="0"/>
          </a:p>
        </p:txBody>
      </p:sp>
      <p:sp>
        <p:nvSpPr>
          <p:cNvPr id="26" name="Text 18"/>
          <p:cNvSpPr txBox="1"/>
          <p:nvPr/>
        </p:nvSpPr>
        <p:spPr>
          <a:xfrm>
            <a:off x="1106424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AP2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7040880" y="2194560"/>
            <a:ext cx="685800" cy="54864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967728" y="2121408"/>
            <a:ext cx="146304" cy="146304"/>
          </a:xfrm>
          <a:prstGeom prst="ellipse">
            <a:avLst/>
          </a:prstGeom>
          <a:solidFill>
            <a:srgbClr val="B0B0B0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 flipV="1">
            <a:off x="6995160" y="2743200"/>
            <a:ext cx="73152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922008" y="3310128"/>
            <a:ext cx="146304" cy="146304"/>
          </a:xfrm>
          <a:prstGeom prst="ellipse">
            <a:avLst/>
          </a:prstGeom>
          <a:solidFill>
            <a:srgbClr val="B0B0B0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 flipV="1">
            <a:off x="10469880" y="2194560"/>
            <a:ext cx="685800" cy="54864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11082528" y="2121408"/>
            <a:ext cx="146304" cy="146304"/>
          </a:xfrm>
          <a:prstGeom prst="ellipse">
            <a:avLst/>
          </a:prstGeom>
          <a:solidFill>
            <a:srgbClr val="B0B0B0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10469880" y="2743200"/>
            <a:ext cx="73152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11128248" y="3310128"/>
            <a:ext cx="146304" cy="146304"/>
          </a:xfrm>
          <a:prstGeom prst="ellipse">
            <a:avLst/>
          </a:prstGeom>
          <a:solidFill>
            <a:srgbClr val="B0B0B0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 flipV="1">
            <a:off x="8869680" y="2743200"/>
            <a:ext cx="160020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 flipV="1">
            <a:off x="9326880" y="2743200"/>
            <a:ext cx="114300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 flipV="1">
            <a:off x="9098280" y="2743200"/>
            <a:ext cx="1371600" cy="9144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8714232" y="3227832"/>
            <a:ext cx="310896" cy="310896"/>
          </a:xfrm>
          <a:prstGeom prst="star5">
            <a:avLst/>
          </a:prstGeom>
          <a:solidFill>
            <a:srgbClr val="E0202A"/>
          </a:solidFill>
          <a:ln w="6350">
            <a:solidFill>
              <a:srgbClr val="7A0000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8595360" y="35387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9171432" y="3227832"/>
            <a:ext cx="310896" cy="310896"/>
          </a:xfrm>
          <a:prstGeom prst="star5">
            <a:avLst/>
          </a:prstGeom>
          <a:solidFill>
            <a:srgbClr val="E0202A"/>
          </a:solidFill>
          <a:ln w="6350">
            <a:solidFill>
              <a:srgbClr val="7A0000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9052560" y="35387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8942832" y="2679192"/>
            <a:ext cx="310896" cy="310896"/>
          </a:xfrm>
          <a:prstGeom prst="star5">
            <a:avLst/>
          </a:prstGeom>
          <a:solidFill>
            <a:srgbClr val="E0202A"/>
          </a:solidFill>
          <a:ln w="6350">
            <a:solidFill>
              <a:srgbClr val="7A0000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8823960" y="2990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8366760" y="2468880"/>
            <a:ext cx="1463040" cy="1508760"/>
          </a:xfrm>
          <a:prstGeom prst="ellipse">
            <a:avLst/>
          </a:prstGeom>
          <a:ln w="25400">
            <a:solidFill>
              <a:srgbClr val="7B2CBF"/>
            </a:solidFill>
            <a:prstDash val="dash"/>
          </a:ln>
        </p:spPr>
      </p:sp>
      <p:sp>
        <p:nvSpPr>
          <p:cNvPr id="45" name="Text 37"/>
          <p:cNvSpPr txBox="1"/>
          <p:nvPr/>
        </p:nvSpPr>
        <p:spPr>
          <a:xfrm>
            <a:off x="827532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2C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 STA group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9098280" y="1143000"/>
            <a:ext cx="914" cy="1344168"/>
          </a:xfrm>
          <a:prstGeom prst="line">
            <a:avLst/>
          </a:prstGeom>
          <a:noFill/>
          <a:ln w="19050">
            <a:solidFill>
              <a:srgbClr val="1E4B9E"/>
            </a:solidFill>
            <a:prstDash val="dash"/>
          </a:ln>
        </p:spPr>
      </p:sp>
      <p:sp>
        <p:nvSpPr>
          <p:cNvPr id="47" name="Text 39"/>
          <p:cNvSpPr txBox="1"/>
          <p:nvPr/>
        </p:nvSpPr>
        <p:spPr>
          <a:xfrm>
            <a:off x="768096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4B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LS STAs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9235440" y="1143000"/>
            <a:ext cx="1143000" cy="1325880"/>
          </a:xfrm>
          <a:prstGeom prst="line">
            <a:avLst/>
          </a:prstGeom>
          <a:noFill/>
          <a:ln w="19050">
            <a:solidFill>
              <a:srgbClr val="1E4B9E"/>
            </a:solidFill>
            <a:prstDash val="solid"/>
            <a:tailEnd type="triangle"/>
          </a:ln>
        </p:spPr>
      </p:sp>
      <p:sp>
        <p:nvSpPr>
          <p:cNvPr id="49" name="Text 41"/>
          <p:cNvSpPr txBox="1"/>
          <p:nvPr/>
        </p:nvSpPr>
        <p:spPr>
          <a:xfrm>
            <a:off x="9646920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4B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 group to AP2</a:t>
            </a:r>
            <a:endParaRPr lang="en-US" sz="1100" dirty="0"/>
          </a:p>
        </p:txBody>
      </p:sp>
      <p:sp>
        <p:nvSpPr>
          <p:cNvPr id="50" name="Text 42"/>
          <p:cNvSpPr txBox="1"/>
          <p:nvPr/>
        </p:nvSpPr>
        <p:spPr>
          <a:xfrm>
            <a:off x="64008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Before association: STAs and candidate APs</a:t>
            </a:r>
            <a:endParaRPr lang="en-US" sz="1400" dirty="0"/>
          </a:p>
        </p:txBody>
      </p:sp>
      <p:sp>
        <p:nvSpPr>
          <p:cNvPr id="51" name="Text 43"/>
          <p:cNvSpPr txBox="1"/>
          <p:nvPr/>
        </p:nvSpPr>
        <p:spPr>
          <a:xfrm>
            <a:off x="635508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Master AP groups LS STAs and assigns the group to one AP</a:t>
            </a:r>
            <a:endParaRPr lang="en-US" sz="1400" dirty="0"/>
          </a:p>
        </p:txBody>
      </p:sp>
      <p:sp>
        <p:nvSpPr>
          <p:cNvPr id="52" name="Shape 44"/>
          <p:cNvSpPr/>
          <p:nvPr/>
        </p:nvSpPr>
        <p:spPr>
          <a:xfrm>
            <a:off x="3218688" y="6053328"/>
            <a:ext cx="146304" cy="146304"/>
          </a:xfrm>
          <a:prstGeom prst="ellipse">
            <a:avLst/>
          </a:prstGeom>
          <a:solidFill>
            <a:srgbClr val="B0B0B0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3383280" y="5989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</a:t>
            </a:r>
            <a:endParaRPr lang="en-US" sz="1100" dirty="0"/>
          </a:p>
        </p:txBody>
      </p:sp>
      <p:sp>
        <p:nvSpPr>
          <p:cNvPr id="54" name="Shape 46"/>
          <p:cNvSpPr/>
          <p:nvPr/>
        </p:nvSpPr>
        <p:spPr>
          <a:xfrm>
            <a:off x="4507992" y="5971032"/>
            <a:ext cx="310896" cy="310896"/>
          </a:xfrm>
          <a:prstGeom prst="star5">
            <a:avLst/>
          </a:prstGeom>
          <a:solidFill>
            <a:srgbClr val="E0202A"/>
          </a:solidFill>
          <a:ln w="6350">
            <a:solidFill>
              <a:srgbClr val="7A0000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4937760" y="5989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latency-sensitive STA</a:t>
            </a:r>
            <a:endParaRPr lang="en-US" sz="1100" dirty="0"/>
          </a:p>
        </p:txBody>
      </p:sp>
      <p:sp>
        <p:nvSpPr>
          <p:cNvPr id="56" name="Shape 48"/>
          <p:cNvSpPr/>
          <p:nvPr/>
        </p:nvSpPr>
        <p:spPr>
          <a:xfrm>
            <a:off x="7406640" y="6126480"/>
            <a:ext cx="548640" cy="914"/>
          </a:xfrm>
          <a:prstGeom prst="line">
            <a:avLst/>
          </a:prstGeom>
          <a:noFill/>
          <a:ln w="25400">
            <a:solidFill>
              <a:srgbClr val="7B2CBF"/>
            </a:solidFill>
            <a:prstDash val="dash"/>
          </a:ln>
        </p:spPr>
      </p:sp>
      <p:sp>
        <p:nvSpPr>
          <p:cNvPr id="57" name="Text 49"/>
          <p:cNvSpPr txBox="1"/>
          <p:nvPr/>
        </p:nvSpPr>
        <p:spPr>
          <a:xfrm>
            <a:off x="8001000" y="5989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 STA group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2026-09-30T03:34:29Z</dcterms:created>
  <dcterms:modified xsi:type="dcterms:W3CDTF">2026-09-30T03:34:29Z</dcterms:modified>
</cp:coreProperties>
</file>