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01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50292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모델 (TAG-ST) 상세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94960" y="429768"/>
            <a:ext cx="6492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68680"/>
            <a:ext cx="11155680" cy="329184"/>
          </a:xfrm>
          <a:prstGeom prst="rect">
            <a:avLst/>
          </a:prstGeom>
          <a:solidFill>
            <a:srgbClr val="E9DDF7"/>
          </a:solidFill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❖  MobiSec 2026: RSSI and Traffic-Aware Grouping with Spatial-Temporal Coordination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6400800" cy="502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다수 BSS가 겹치는 밀집 환경에서 저지연(latency-sensitive) 트래픽이 일반 트래픽과 채널을 경쟁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Co-SR / Co-TDMA는 협력 방식을 하나로 고정하고, 어떤 AP끼리 협력할지(그룹)를 정하지 않음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 요소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 AP: 그룹화·협력 방식·슬롯·전력을 결정하는 조정 AP (sharing AP 역할)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AP(BSS): 자기 STA를 서비스, Master AP의 트리거에 따라 전송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STA: 트래픽 종류(저지연 / 일반)를 가진 수신 단말. 저지연 STA의 위치가 전송 방식 결정의 근거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구조 (2단계)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초기화: Master AP가 AP 간 RSSI로 가까운 BSS(AP + 소속 STA)끼리 그룹화 (배치 동안 고정)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TXOP마다: 저지연 STA가 어느 그룹에 있는지 관측 → 협력 방식 결정 → ML로 슬롯·전력 결정 → 협력 전송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하향링크만 고려, 저지연 트래픽 하나만 특성으로 사용</a:t>
            </a:r>
            <a:endParaRPr lang="en-US" sz="1250" dirty="0"/>
          </a:p>
        </p:txBody>
      </p:sp>
      <p:pic>
        <p:nvPicPr>
          <p:cNvPr id="8" name="Image 0" descr="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25880"/>
            <a:ext cx="4663440" cy="42428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223760" y="5596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TAG-ST 동작 흐름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01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50292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모델 (TAG-ST) 상세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94960" y="429768"/>
            <a:ext cx="6492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68680"/>
            <a:ext cx="11155680" cy="329184"/>
          </a:xfrm>
          <a:prstGeom prst="rect">
            <a:avLst/>
          </a:prstGeom>
          <a:solidFill>
            <a:srgbClr val="E9DDF7"/>
          </a:solidFill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 초기화: RSSI 기반 BSS 그룹화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5852160" cy="502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 AP가 각 AP의 부하(연결 STA 수·큐)와 AP 간 RSSI를 수집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절차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부하가 낮은 AP부터 center AP 후보로 검사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center AP들로부터의 RSSI가 모두 임계값(−70 dBm) 미만이면 새 center AP로 채택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center가 아닌 AP는 RSSI가 가장 큰 center AP의 그룹에 합류, 소속 STA는 자기 AP를 따름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= 서로 가까운 BSS(AP + 소속 STA) 묶음 → 그룹 간 간섭이 작아 동시 전송(Co-SR)에 유리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구성은 배치 동안 고정. 트래픽 특성은 그룹화에 쓰지 않음 (부하 순서만 사용)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 m × 80 m에 AP 20대 랜덤 배치, 100회 기준 평균 5.2개 그룹 (최소 3, 최대 8)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특허 관점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 AP → AP: 그룹 ID, center AP 여부를 통지해야 함 (MAPC Negotiation / Notification)</a:t>
            </a:r>
            <a:endParaRPr lang="en-US" sz="1250" dirty="0"/>
          </a:p>
        </p:txBody>
      </p:sp>
      <p:pic>
        <p:nvPicPr>
          <p:cNvPr id="8" name="Image 0" descr="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303520" cy="29809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0" y="4617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(a) 초기 BSS 배치  →  (b) RSSI 기반 그룹화 (center AP 표시)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01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50292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모델 (TAG-ST) 상세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94960" y="429768"/>
            <a:ext cx="6492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68680"/>
            <a:ext cx="11155680" cy="329184"/>
          </a:xfrm>
          <a:prstGeom prst="rect">
            <a:avLst/>
          </a:prstGeom>
          <a:solidFill>
            <a:srgbClr val="E9DDF7"/>
          </a:solidFill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 TXOP마다: 저지연 STA 위치 관측 → 협력 방식 결정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1124712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관측: Master AP가 TXOP 획득(EDCA) 후 ICF 전송, 각 AP는 ICR로 "보낼 데이터가 있는 저지연 STA 유무·큐 상태" 응답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(STA 기준, 매 TXOP 반복)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저지연 STA 없음 → 모든 그룹 동시 전송 (Co-SR)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저지연 STA가 여러 그룹에 흩어져 있음 (Distributed) → Priority slot: 저지연 STA 앞으로 가는 데이터만 먼저 전송 (다른 그룹끼리 동시, 같은 그룹은 순번), 나머지 AP는 대기 → Shared slot: 전원 Co-SR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저지연 STA가 한 그룹에 몰려 있음 (Concentrated) → 그 그룹은 저지연 STA 앞으로 가는 데이터부터 AP별 순차 전송 (Co-TDMA), 다른 그룹은 Co-SR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안 전송 순서: AC 우선순위 → 큐 길이 → 대기 시간</a:t>
            </a:r>
            <a:endParaRPr lang="en-US" sz="1250" dirty="0"/>
          </a:p>
        </p:txBody>
      </p:sp>
      <p:pic>
        <p:nvPicPr>
          <p:cNvPr id="8" name="Image 0" descr="s2_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94760"/>
            <a:ext cx="5623560" cy="1645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546811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Distributed traffic mode</a:t>
            </a:r>
            <a:endParaRPr lang="en-US" sz="1100" dirty="0"/>
          </a:p>
        </p:txBody>
      </p:sp>
      <p:pic>
        <p:nvPicPr>
          <p:cNvPr id="10" name="Image 1" descr="s2_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794760"/>
            <a:ext cx="5486400" cy="1655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55080" y="5468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Concentrated traffic mode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01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50292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모델 (TAG-ST) 상세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94960" y="429768"/>
            <a:ext cx="6492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68680"/>
            <a:ext cx="11155680" cy="329184"/>
          </a:xfrm>
          <a:prstGeom prst="rect">
            <a:avLst/>
          </a:prstGeom>
          <a:solidFill>
            <a:srgbClr val="E9DDF7"/>
          </a:solidFill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ML(H-MAB)로 슬롯·전력 결정  &amp;  단계별 필요 정보 → 필드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1124712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변수 (Master AP, TXOP마다)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 slot 시간 비율 (0.1–0.9),  슬롯 수 (1–5),  그룹 송신 전력 (6 / 12 / 24 dBm)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입력: 그룹 구성, 저지연 STA 위치, 큐 상태 / 보상: 저지연 패킷 전달률 + 전체 전달률</a:t>
            </a:r>
            <a:endParaRPr lang="en-US" sz="125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데이터 없이 온라인 학습 (UCB1), 그룹 구성별로 별도 에이전트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1371600"/>
                <a:gridCol w="5303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필요한 정보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전달 프레임 / 필드 (Draft 기준 후보)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그룹화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그룹 ID, center AP 여부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Master → AP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MAPC Negotiation / Notification (Action frame, MAPC element)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관측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보낼 데이터가 있는 저지연 STA 유무, 큐 상태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 → Master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ICR (기존 Co-TDMA 폴링 응답)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협력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 모드 (Co-SR / Distributed / Concentrated)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Master → AP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Trigger frame · MAPC User Info: Operation Mode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슬롯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슬롯 순번, 슬롯 길이(비율)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Master → AP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Trigger frame · MAPC User Info: Slot Index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전력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그룹 송신 전력 상한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Master → AP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Trigger frame · MAPC User Info: TX Power Limit (기존 필드)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2920" y="5806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그룹 ID · 동작 모드 · 슬롯 순번이 제안에서 새로 필요한 정보, TX Power Limit은 기존 필드 재사용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01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50292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모델 (TAG-ST) 상세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94960" y="429768"/>
            <a:ext cx="6492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68680"/>
            <a:ext cx="11155680" cy="329184"/>
          </a:xfrm>
          <a:prstGeom prst="rect">
            <a:avLst/>
          </a:prstGeom>
          <a:solidFill>
            <a:srgbClr val="E9DDF7"/>
          </a:solidFill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결과 요약 (80 m × 80 m, AP 20대 · STA 40대, 100회 평균, 총 부하 1000 Mbps)</a:t>
            </a:r>
            <a:endParaRPr lang="en-US" sz="1300" dirty="0"/>
          </a:p>
        </p:txBody>
      </p:sp>
      <p:pic>
        <p:nvPicPr>
          <p:cNvPr id="7" name="Image 0" descr="fig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3794760" cy="21671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35021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en-US" sz="1100" dirty="0"/>
          </a:p>
        </p:txBody>
      </p:sp>
      <p:pic>
        <p:nvPicPr>
          <p:cNvPr id="9" name="Image 1" descr="fig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3794760" cy="21671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06240" y="35021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Latency (latency-sensitive)</a:t>
            </a:r>
            <a:endParaRPr lang="en-US" sz="1100" dirty="0"/>
          </a:p>
        </p:txBody>
      </p:sp>
      <p:pic>
        <p:nvPicPr>
          <p:cNvPr id="11" name="Image 2" descr="fig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25880"/>
            <a:ext cx="3794760" cy="21671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46720" y="35021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Packet loss ratio (latency-sensitive)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3977640"/>
          <a:ext cx="9966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09344"/>
                <a:gridCol w="1609344"/>
                <a:gridCol w="1609344"/>
                <a:gridCol w="1609344"/>
                <a:gridCol w="160934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CSMA/CA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Co-SR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Co-TDMA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TAG-ST (rule)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TAG-ST (RL)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처리량 (Mbps)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656.0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591.1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691.8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764.1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저지연 지연 (ms)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9.88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7.98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6.57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저지연 손실률 (%)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72.15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41.75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27.28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502920" y="5394960"/>
            <a:ext cx="112471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그룹화 + 저지연 우선 슬롯으로 Co-TDMA 수준의 지연·손실을 유지하면서 Co-SR 이상의 처리량 확보</a:t>
            </a:r>
            <a:endParaRPr lang="en-US" sz="1200" dirty="0"/>
          </a:p>
          <a:p>
            <a:pPr lvl="1" marL="685800" indent="-342900">
              <a:spcAft>
                <a:spcPts val="500"/>
              </a:spcAft>
              <a:buSzPct val="100000"/>
              <a:buChar char="➢"/>
            </a:pPr>
            <a:r>
              <a:rPr lang="en-US" sz="1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RL이 저지연 트래픽에 필요한 만큼 priority slot 비중을 늘려(규칙 5% → 약 45%) 손실률을 크게 낮춤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2026-10-01T02:51:56Z</dcterms:created>
  <dcterms:modified xsi:type="dcterms:W3CDTF">2026-10-01T02:51:56Z</dcterms:modified>
</cp:coreProperties>
</file>